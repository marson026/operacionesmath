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82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Título proporcionado por el usuario. Nombres y asignatura transcritos de la imagen adjunta.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54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03D9523D-95E3-4015-A258-8847909A4A1C}"/>
              </a:ext>
            </a:extLst>
          </p:cNvPr>
          <p:cNvSpPr>
            <a:spLocks noGrp="1"/>
          </p:cNvSpPr>
          <p:nvPr/>
        </p:nvSpPr>
        <p:spPr>
          <a:xfrm>
            <a:off x="723900" y="57150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68E2B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dirty="0">
                <a:solidFill>
                  <a:srgbClr val="68E2B4"/>
                </a:solidFill>
                <a:latin typeface="DejaVu Sans"/>
                <a:ea typeface="DejaVu Sans"/>
                <a:cs typeface="DejaVu Sans"/>
              </a:rPr>
              <a:t>PROGRAMACIÓN MÓVIL I</a:t>
            </a:r>
            <a:endParaRPr lang="es-HN" sz="1725" b="1" dirty="0">
              <a:solidFill>
                <a:srgbClr val="68E2B4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725" b="1">
                <a:solidFill>
                  <a:srgbClr val="68E2B4"/>
                </a:solidFill>
                <a:latin typeface="DejaVu Sans"/>
                <a:ea typeface="DejaVu Sans"/>
                <a:cs typeface="DejaVu Sans"/>
              </a:defRPr>
            </a:pPr>
            <a:r>
              <a:rPr lang="es-HN" sz="1725" b="1" dirty="0">
                <a:solidFill>
                  <a:srgbClr val="68E2B4"/>
                </a:solidFill>
                <a:latin typeface="DejaVu Sans"/>
                <a:ea typeface="DejaVu Sans"/>
                <a:cs typeface="DejaVu Sans"/>
              </a:rPr>
              <a:t>Ingeniero_ Ricardo Enrique Lagos Mendoza</a:t>
            </a:r>
            <a:endParaRPr sz="1725" b="1" dirty="0">
              <a:solidFill>
                <a:srgbClr val="68E2B4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6AA4A7-5A6D-4500-B280-DC841CD86EE7}"/>
              </a:ext>
            </a:extLst>
          </p:cNvPr>
          <p:cNvSpPr>
            <a:spLocks noGrp="1"/>
          </p:cNvSpPr>
          <p:nvPr/>
        </p:nvSpPr>
        <p:spPr>
          <a:xfrm>
            <a:off x="723900" y="1857375"/>
            <a:ext cx="12280187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3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App de</a:t>
            </a:r>
            <a:r>
              <a:rPr lang="es-HN" sz="63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63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matemáticas</a:t>
            </a:r>
            <a:endParaRPr sz="63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6CF1CD9-010B-4E0E-9940-F426F31E7F61}"/>
              </a:ext>
            </a:extLst>
          </p:cNvPr>
          <p:cNvSpPr>
            <a:spLocks noGrp="1"/>
          </p:cNvSpPr>
          <p:nvPr/>
        </p:nvSpPr>
        <p:spPr>
          <a:xfrm>
            <a:off x="723900" y="3895725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68E2B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68E2B4"/>
                </a:solidFill>
                <a:latin typeface="DejaVu Sans"/>
                <a:ea typeface="DejaVu Sans"/>
                <a:cs typeface="DejaVu Sans"/>
              </a:rPr>
              <a:t>INTEGRANTES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19DD08-8AFA-426F-A21B-B69CFB13ED5D}"/>
              </a:ext>
            </a:extLst>
          </p:cNvPr>
          <p:cNvSpPr>
            <a:spLocks noGrp="1"/>
          </p:cNvSpPr>
          <p:nvPr/>
        </p:nvSpPr>
        <p:spPr>
          <a:xfrm>
            <a:off x="723900" y="446722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rPr>
              <a:t>Bellymar Celeste Amaya Andino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D2A4A1-44A7-4D8F-8DBB-8A69608860BB}"/>
              </a:ext>
            </a:extLst>
          </p:cNvPr>
          <p:cNvSpPr>
            <a:spLocks noGrp="1"/>
          </p:cNvSpPr>
          <p:nvPr/>
        </p:nvSpPr>
        <p:spPr>
          <a:xfrm>
            <a:off x="723900" y="501967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rPr>
              <a:t>Luis Eduardo Sagastume Rodríguez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B48784D-4619-4C82-B67F-8EA2E13E0F32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rPr>
              <a:t>Bessy Maribel Delcid Ruiz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FE56F6F-DFFC-4DAD-87C0-E9491E7248E5}"/>
              </a:ext>
            </a:extLst>
          </p:cNvPr>
          <p:cNvSpPr>
            <a:spLocks noGrp="1"/>
          </p:cNvSpPr>
          <p:nvPr/>
        </p:nvSpPr>
        <p:spPr>
          <a:xfrm>
            <a:off x="6400800" y="446722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rPr>
              <a:t>Marlon Jared Saenz Blanco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E3BA878-5BDE-459D-BACD-E9804131CD65}"/>
              </a:ext>
            </a:extLst>
          </p:cNvPr>
          <p:cNvSpPr>
            <a:spLocks noGrp="1"/>
          </p:cNvSpPr>
          <p:nvPr/>
        </p:nvSpPr>
        <p:spPr>
          <a:xfrm>
            <a:off x="6400800" y="501967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rPr>
              <a:t>Hector Josue Nuñez Perdomo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39E728-60A0-437E-923C-A58E34E5C72D}"/>
              </a:ext>
            </a:extLst>
          </p:cNvPr>
          <p:cNvSpPr>
            <a:spLocks noGrp="1"/>
          </p:cNvSpPr>
          <p:nvPr/>
        </p:nvSpPr>
        <p:spPr>
          <a:xfrm>
            <a:off x="6400800" y="557212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8F0F5"/>
                </a:solidFill>
                <a:latin typeface="DejaVu Sans"/>
                <a:ea typeface="DejaVu Sans"/>
                <a:cs typeface="DejaVu Sans"/>
              </a:rPr>
              <a:t>Jesus Andres Herrera Velasquez</a:t>
            </a:r>
          </a:p>
        </p:txBody>
      </p:sp>
    </p:spTree>
    <p:extLst>
      <p:ext uri="{BB962C8B-B14F-4D97-AF65-F5344CB8AC3E}">
        <p14:creationId xmlns:p14="http://schemas.microsoft.com/office/powerpoint/2010/main" val="19321251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52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DejaVu Sans</vt:lpstr>
      <vt:lpstr>ChatGPT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 San</dc:creator>
  <cp:lastModifiedBy>Mar San</cp:lastModifiedBy>
  <cp:revision>1</cp:revision>
  <dcterms:created xsi:type="dcterms:W3CDTF">2026-10-09T05:25:19Z</dcterms:created>
  <dcterms:modified xsi:type="dcterms:W3CDTF">2026-10-09T05:39:21Z</dcterms:modified>
</cp:coreProperties>
</file>